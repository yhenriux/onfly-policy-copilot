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7e2678c3274ffc" /><Relationship Type="http://schemas.openxmlformats.org/officeDocument/2006/relationships/extended-properties" Target="/docProps/app.xml" Id="R742f61c02811434d" /><Relationship Type="http://schemas.openxmlformats.org/officeDocument/2006/relationships/officeDocument" Target="/ppt/presentation.xml" Id="R64c8a9dca5ab41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cec34a440e4cda"/>
  </p:sldMasterIdLst>
  <p:notesMasterIdLst>
    <p:notesMasterId xmlns:r="http://schemas.openxmlformats.org/officeDocument/2006/relationships" r:id="Rd50af6c88aff4169"/>
  </p:notesMasterIdLst>
  <p:sldIdLst>
    <p:sldId xmlns:r="http://schemas.openxmlformats.org/officeDocument/2006/relationships" id="256" r:id="Ra79a4d0606ff412c"/>
    <p:sldId xmlns:r="http://schemas.openxmlformats.org/officeDocument/2006/relationships" id="257" r:id="Rbc8b65b639644311"/>
    <p:sldId xmlns:r="http://schemas.openxmlformats.org/officeDocument/2006/relationships" id="258" r:id="R56ba2d3c76ea449c"/>
    <p:sldId xmlns:r="http://schemas.openxmlformats.org/officeDocument/2006/relationships" id="259" r:id="R895004a0d9e84a62"/>
    <p:sldId xmlns:r="http://schemas.openxmlformats.org/officeDocument/2006/relationships" id="260" r:id="Rd63df1cacbfa426c"/>
    <p:sldId xmlns:r="http://schemas.openxmlformats.org/officeDocument/2006/relationships" id="261" r:id="R3a5682d4909341b7"/>
    <p:sldId xmlns:r="http://schemas.openxmlformats.org/officeDocument/2006/relationships" id="262" r:id="R0fae22b872034fe9"/>
    <p:sldId xmlns:r="http://schemas.openxmlformats.org/officeDocument/2006/relationships" id="263" r:id="R7bb7dea512fb4429"/>
    <p:sldId xmlns:r="http://schemas.openxmlformats.org/officeDocument/2006/relationships" id="264" r:id="R78c6d3c7429641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d471a24ca44c0" /><Relationship Type="http://schemas.openxmlformats.org/officeDocument/2006/relationships/slideMaster" Target="/ppt/slideMasters/slideMaster1.xml" Id="R77cec34a440e4cda" /><Relationship Type="http://schemas.openxmlformats.org/officeDocument/2006/relationships/notesMaster" Target="/ppt/notesMasters/notesMaster1.xml" Id="Rd50af6c88aff4169" /><Relationship Type="http://schemas.openxmlformats.org/officeDocument/2006/relationships/presProps" Target="/ppt/presProps.xml" Id="R76d5898bd2974939" /><Relationship Type="http://schemas.openxmlformats.org/officeDocument/2006/relationships/tableStyles" Target="/ppt/tableStyles.xml" Id="R5469d77d7a3c4292" /><Relationship Type="http://schemas.openxmlformats.org/officeDocument/2006/relationships/slide" Target="/ppt/slides/slide1.xml" Id="Ra79a4d0606ff412c" /><Relationship Type="http://schemas.openxmlformats.org/officeDocument/2006/relationships/slide" Target="/ppt/slides/slide2.xml" Id="Rbc8b65b639644311" /><Relationship Type="http://schemas.openxmlformats.org/officeDocument/2006/relationships/slide" Target="/ppt/slides/slide3.xml" Id="R56ba2d3c76ea449c" /><Relationship Type="http://schemas.openxmlformats.org/officeDocument/2006/relationships/slide" Target="/ppt/slides/slide4.xml" Id="R895004a0d9e84a62" /><Relationship Type="http://schemas.openxmlformats.org/officeDocument/2006/relationships/slide" Target="/ppt/slides/slide5.xml" Id="Rd63df1cacbfa426c" /><Relationship Type="http://schemas.openxmlformats.org/officeDocument/2006/relationships/slide" Target="/ppt/slides/slide6.xml" Id="R3a5682d4909341b7" /><Relationship Type="http://schemas.openxmlformats.org/officeDocument/2006/relationships/slide" Target="/ppt/slides/slide7.xml" Id="R0fae22b872034fe9" /><Relationship Type="http://schemas.openxmlformats.org/officeDocument/2006/relationships/slide" Target="/ppt/slides/slide8.xml" Id="R7bb7dea512fb4429" /><Relationship Type="http://schemas.openxmlformats.org/officeDocument/2006/relationships/slide" Target="/ppt/slides/slide9.xml" Id="R78c6d3c7429641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c594b53a24d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1adb709734450" /><Relationship Type="http://schemas.openxmlformats.org/officeDocument/2006/relationships/notesMaster" Target="/ppt/notesMasters/notesMaster1.xml" Id="R3f31aabef7b5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6c8d70438345bf" /><Relationship Type="http://schemas.openxmlformats.org/officeDocument/2006/relationships/notesMaster" Target="/ppt/notesMasters/notesMaster1.xml" Id="Ra22e79e571c24d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98cc85659e4cd9" /><Relationship Type="http://schemas.openxmlformats.org/officeDocument/2006/relationships/notesMaster" Target="/ppt/notesMasters/notesMaster1.xml" Id="R27c3553c965240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f5731c62ca4186" /><Relationship Type="http://schemas.openxmlformats.org/officeDocument/2006/relationships/notesMaster" Target="/ppt/notesMasters/notesMaster1.xml" Id="R864eccc83bcb43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1032562b3c479a" /><Relationship Type="http://schemas.openxmlformats.org/officeDocument/2006/relationships/notesMaster" Target="/ppt/notesMasters/notesMaster1.xml" Id="Ra3285a113ed14e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a0e9c952364ca1" /><Relationship Type="http://schemas.openxmlformats.org/officeDocument/2006/relationships/notesMaster" Target="/ppt/notesMasters/notesMaster1.xml" Id="Rfc96e026cb424e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6ac14e73f400e" /><Relationship Type="http://schemas.openxmlformats.org/officeDocument/2006/relationships/notesMaster" Target="/ppt/notesMasters/notesMaster1.xml" Id="R4395f029fd4c4f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a7a379ceb34d20" /><Relationship Type="http://schemas.openxmlformats.org/officeDocument/2006/relationships/notesMaster" Target="/ppt/notesMasters/notesMaster1.xml" Id="Rf82e159019a548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702b436083422d" /><Relationship Type="http://schemas.openxmlformats.org/officeDocument/2006/relationships/notesMaster" Target="/ppt/notesMasters/notesMaster1.xml" Id="R5e5f1849d00444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pelo problema: políticas conflitantes precisam de respostas rastreáveis e isoladas.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release.json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o conflito real de alimentação. O navegador não envia tenant_id.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data/tenants/aurora_tecnologia/metadata_v2.json</a:t>
            </a:r>
          </a:p>
          <a:p xmlns:a="http://schemas.openxmlformats.org/drawingml/2006/main">
            <a:r>
              <a:t>- data/tenants/brisa_sistemas/metadata_v1.json</a:t>
            </a:r>
          </a:p>
          <a:p xmlns:a="http://schemas.openxmlformats.org/drawingml/2006/main">
            <a:r>
              <a:t>- docs/threat-model.md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fronteiras, não cada classe. A responsabilidade fica clara em quatro blocos.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LLM não pesquisa sozinho. O retrieval pesado roda fora do event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app/retrieval/hybrid.py</a:t>
            </a:r>
          </a:p>
          <a:p xmlns:a="http://schemas.openxmlformats.org/drawingml/2006/main">
            <a:r>
              <a:t>- app/retrieval/contextual.py</a:t>
            </a:r>
          </a:p>
          <a:p xmlns:a="http://schemas.openxmlformats.org/drawingml/2006/main">
            <a:r>
              <a:t>- app/generation/service.py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Seja explícito: a busca está forte, mas o modelo pequeno resume demais e falha em parte das recusas.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docs/evidence/release_1_0_0.json</a:t>
            </a:r>
          </a:p>
          <a:p xmlns:a="http://schemas.openxmlformats.org/drawingml/2006/main">
            <a:r>
              <a:t>- docs/evaluation-plan.md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cada controle a um teste automatizado. O corpo de /v1/ask aceita somente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docs/threat-model.md</a:t>
            </a:r>
          </a:p>
          <a:p xmlns:a="http://schemas.openxmlformats.org/drawingml/2006/main">
            <a:r>
              <a:t>- tests/security/test_tenant_isolation.py</a:t>
            </a:r>
          </a:p>
          <a:p xmlns:a="http://schemas.openxmlformats.org/drawingml/2006/main">
            <a:r>
              <a:t>- tests/security/test_prompt_injection.py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incidentes podem ser reconstruídos sem registrar pergunta ou credencial.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docs/runbook.md</a:t>
            </a:r>
          </a:p>
          <a:p xmlns:a="http://schemas.openxmlformats.org/drawingml/2006/main">
            <a:r>
              <a:t>- docs/deployment-and-rollback.md</a:t>
            </a:r>
          </a:p>
          <a:p xmlns:a="http://schemas.openxmlformats.org/drawingml/2006/main">
            <a:r>
              <a:t>- docs/index-migration.md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o roteiro sem esconder a primeira consulta lenta. Faça aquecimento antes da banca.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docs/demo-script.md</a:t>
            </a:r>
          </a:p>
          <a:p xmlns:a="http://schemas.openxmlformats.org/drawingml/2006/main">
            <a:r>
              <a:t>- docs/evidence/release_1_0_0.json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as decisões que você quer discutir, não com uma promessa de produto pronto para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PROJECT_PLAN.md</a:t>
            </a:r>
          </a:p>
          <a:p xmlns:a="http://schemas.openxmlformats.org/drawingml/2006/main">
            <a:r>
              <a:t>- docs/evidence/release_1_0_0.json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d990f86ae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924810a2f42a9" /><Relationship Type="http://schemas.openxmlformats.org/officeDocument/2006/relationships/slideLayout" Target="/ppt/slideLayouts/slideLayout1.xml" Id="Rbbd6487ad10d40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d6487ad10d40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703664b5f47a2" /><Relationship Type="http://schemas.openxmlformats.org/officeDocument/2006/relationships/notesSlide" Target="/ppt/notesSlides/notesSlide1.xml" Id="Ra8d0a21e08ef48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a665d6a5c49ed" /><Relationship Type="http://schemas.openxmlformats.org/officeDocument/2006/relationships/notesSlide" Target="/ppt/notesSlides/notesSlide2.xml" Id="R5981f7d4235d44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5d8e32d142be" /><Relationship Type="http://schemas.openxmlformats.org/officeDocument/2006/relationships/notesSlide" Target="/ppt/notesSlides/notesSlide3.xml" Id="R51366b53c68345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cecb3b18148fd" /><Relationship Type="http://schemas.openxmlformats.org/officeDocument/2006/relationships/notesSlide" Target="/ppt/notesSlides/notesSlide4.xml" Id="R33a06b65611b40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2078effb54f00" /><Relationship Type="http://schemas.openxmlformats.org/officeDocument/2006/relationships/notesSlide" Target="/ppt/notesSlides/notesSlide5.xml" Id="R342045411e0d46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56751c5924df9" /><Relationship Type="http://schemas.openxmlformats.org/officeDocument/2006/relationships/notesSlide" Target="/ppt/notesSlides/notesSlide6.xml" Id="R4ba0e69cb8a54c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f2abb7a44a05" /><Relationship Type="http://schemas.openxmlformats.org/officeDocument/2006/relationships/notesSlide" Target="/ppt/notesSlides/notesSlide7.xml" Id="Rf57543d9e1b7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597af4fe748e8" /><Relationship Type="http://schemas.openxmlformats.org/officeDocument/2006/relationships/notesSlide" Target="/ppt/notesSlides/notesSlide8.xml" Id="Rb6929dbe771e4a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6fd5fb95d4905" /><Relationship Type="http://schemas.openxmlformats.org/officeDocument/2006/relationships/notesSlide" Target="/ppt/notesSlides/notesSlide9.xml" Id="R12f05d2093084f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606CB5E4-DC04-4609-B96A-28530BE5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Políticas corporativas
com evidência, isolamento e operação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610CC95-4773-44D0-AC92-190CFEE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técnico · RAG local multi-tenant · Release 1.0.0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8F05F50-10CA-412B-9165-20D4E306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ONFLY POLICY COPILOT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FA711911-256F-4083-A3E3-08C9732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5" name="deck-marker-1">
            <a:extLst xmlns:a="http://schemas.openxmlformats.org/drawingml/2006/main">
              <a:ext uri="{FF2B5EF4-FFF2-40B4-BE49-F238E27FC236}">
                <a16:creationId xmlns:a16="http://schemas.microsoft.com/office/drawing/2014/main" id="{B66836C5-2688-444E-9415-5CC9706A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1455721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4FBE2B9-E0E9-47A8-A631-126A1F7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C407AD9-B563-455E-B087-F40CEA2D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mesma pergunta precisa respeitar duas empresas diferentes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7538C8D-5074-49ED-8B6D-6CD7CF32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1A207E8-70B2-4B40-BC80-E646625A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Aurora Tecnologia
R$ 130 por dia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F5B79A9-0FB0-4716-B7B2-1D70C924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Tenant vem do token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Política ativa v2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Fontes rastreáveis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634981F8-3D73-4A4C-AB93-D039586C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6BF48AB-06F0-45D6-A19C-BC67ECA2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Brisa Sistemas
R$ 85 por dia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9A04ADE-2B98-436F-80DC-888E64B6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Mesma pergunta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Regra conflitante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Zero mistura de dados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E6A2DBF-09EF-487A-BBA6-27236FB4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problema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Respostas úteis exigem contexto corporativo correto.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 vazamento entre tenants invalida todo o produto.</a:t>
            </a:r>
          </a:p>
        </p:txBody>
      </p:sp>
      <p:sp>
        <p:nvSpPr>
          <p:cNvPr id="10" name="accent-2">
            <a:extLst xmlns:a="http://schemas.openxmlformats.org/drawingml/2006/main">
              <a:ext uri="{FF2B5EF4-FFF2-40B4-BE49-F238E27FC236}">
                <a16:creationId xmlns:a16="http://schemas.microsoft.com/office/drawing/2014/main" id="{EE78B061-8F3C-41AE-A315-13E3FC19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11" name="deck-marker-2">
            <a:extLst xmlns:a="http://schemas.openxmlformats.org/drawingml/2006/main">
              <a:ext uri="{FF2B5EF4-FFF2-40B4-BE49-F238E27FC236}">
                <a16:creationId xmlns:a16="http://schemas.microsoft.com/office/drawing/2014/main" id="{82263851-9EF8-44C8-A8ED-53706EEF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17422359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654FA4F-A647-42B6-B395-10F41A81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0A56E58-0CA0-4681-95BE-38A73A16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Arquitetura: identidade, busca, geração e evidência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6A81C668-91A6-4B17-9E67-791431F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Token assinado
Tenant confiável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38978A4-FA75-484E-A08A-E64A1E52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IDENTIDADE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FE422FAE-2B16-41E7-994E-5D8B336D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Dense + BM25
RRF + re-ranking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1FC3954-DB9C-4BED-8EB8-2C3AADCA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RECUPERAÇÃO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704EFD3-ECBB-4ECA-8F28-6945DE63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Ollama local
JSON validado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960DFB13-86C1-4A46-AFAB-0DAB305A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GERAÇÃO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2BB9485-8C98-41CC-966C-BC036706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Fontes + scores
Trace + feedback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8E053DF-AE3D-4723-A9C6-D76D9158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EVIDÊNCIA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04B095E3-7501-43FF-B75B-1CEDBA6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Fluxo único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FastAPI coordena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contexto autenticado.</a:t>
            </a:r>
          </a:p>
        </p:txBody>
      </p:sp>
      <p:sp>
        <p:nvSpPr>
          <p:cNvPr id="12" name="accent-3">
            <a:extLst xmlns:a="http://schemas.openxmlformats.org/drawingml/2006/main">
              <a:ext uri="{FF2B5EF4-FFF2-40B4-BE49-F238E27FC236}">
                <a16:creationId xmlns:a16="http://schemas.microsoft.com/office/drawing/2014/main" id="{5B54359B-0615-4D42-B091-177C7ABB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13" name="deck-marker-3">
            <a:extLst xmlns:a="http://schemas.openxmlformats.org/drawingml/2006/main">
              <a:ext uri="{FF2B5EF4-FFF2-40B4-BE49-F238E27FC236}">
                <a16:creationId xmlns:a16="http://schemas.microsoft.com/office/drawing/2014/main" id="{02872E23-1015-4E05-8DAF-1275AEF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1000622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86E75F6-F2A9-4F59-A825-7143998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095DA92-6C9F-4252-88EE-E429592F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qualidade da resposta começa antes do modelo gerador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CEBFCD8-8F6F-4D74-9BC0-AE779A7B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C98DE49-B9F1-478B-A175-BFA3A11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E4317F2-8899-4782-9467-FB38A51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18A4B5C-230F-476B-9A47-4AC9E87B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RECUPERAR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4170DD0-0231-4292-82C8-EE4C2CB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REORDENAR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B4AE2DE-2165-408F-B23F-AC558CF4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RESPONDER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7EDBAA1-52B6-455F-97B0-31BA8AC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RRF + CrossEncoder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Combina rankings e prioriza os trechos mais relevantes.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C329C40-5FE0-405C-8F06-AC51C313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Dense + BM25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Busca semântica e lexical, sempre filtrada por tenant.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B3B3FB9-03D8-4369-B4E9-4C45B755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Contexto controlado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Somente evidências autorizadas chegam ao llama3.2:1b.</a:t>
            </a:r>
          </a:p>
        </p:txBody>
      </p:sp>
      <p:sp>
        <p:nvSpPr>
          <p:cNvPr id="13" name="accent-4">
            <a:extLst xmlns:a="http://schemas.openxmlformats.org/drawingml/2006/main">
              <a:ext uri="{FF2B5EF4-FFF2-40B4-BE49-F238E27FC236}">
                <a16:creationId xmlns:a16="http://schemas.microsoft.com/office/drawing/2014/main" id="{27E468D9-34E4-4FBD-BAE5-C85FE3B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14" name="deck-marker-4">
            <a:extLst xmlns:a="http://schemas.openxmlformats.org/drawingml/2006/main">
              <a:ext uri="{FF2B5EF4-FFF2-40B4-BE49-F238E27FC236}">
                <a16:creationId xmlns:a16="http://schemas.microsoft.com/office/drawing/2014/main" id="{570E974D-FF34-486F-B00B-C2E4F8B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67428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040046F-E709-4347-969E-07E5E239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BE0AACA-BAE3-4AB0-BD11-57424F4A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81D1D99-A98A-4624-A9C6-E67C704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A00713E-9DF4-4A7B-A00F-0A8AD5D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DDC7ECF-1683-47D3-862B-2212732B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retrieval atingiu o alvo; a geração de 1B ainda não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23A2FA4-2B40-4D6F-AD63-369AAA03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Recall@5
com re-ranking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9AB64DD-3F88-48A1-95F1-EEB76AF5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Vazamento
entre tenants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6067B40-6746-4D48-8C13-3D561A96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MRR
com re-ranking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869854A-60AD-47AD-B162-25FC7C5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1,00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05844C1-F5CC-4652-A191-3B76A3B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1,00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F3A755A-D7B8-4472-ABF7-768C79FB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0,00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B6C055A-564C-4208-B459-FE55F9A5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Resultado congelado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re-ranking colocou todas as fontes corretas na primeira posição. Correção e completude da geração ficaram em 0,1667.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C1FB1618-BFD3-4F6E-A27F-36527BC0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14" name="deck-marker-5">
            <a:extLst xmlns:a="http://schemas.openxmlformats.org/drawingml/2006/main">
              <a:ext uri="{FF2B5EF4-FFF2-40B4-BE49-F238E27FC236}">
                <a16:creationId xmlns:a16="http://schemas.microsoft.com/office/drawing/2014/main" id="{95D5414C-FCF8-46B8-9FAF-3866F449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972311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022B91D-EB98-42F9-9123-162C3319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C596BE4-4C44-4770-A047-6D1DB407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Segurança multi-tenant é aplicada antes e depois da busca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EF3B6CB-D23D-4474-9BDC-BB539174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API não confia no navegador para escolher a empresa.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B4B07CE-B795-469E-BA20-931B996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TOKEN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74D4325-37ED-4D21-AFB2-0FD2423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9191A16D-9A9C-4ACA-8B91-841543F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Tenant derivado do token · filtro obrigatório · payload conferido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Prompt injection bloqueada · logs mascarados · feedback isolado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A5C1D9F-3033-47D0-9BEC-DE1DA466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FILTRO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E27D2E2-885E-4BBD-A1A1-0C05F20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8B7BB96-643C-4E54-9EBC-4B7DC213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CONFERIR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3CFEFE75-88E0-457F-89AE-D3BDB5B7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FB031A24-5FAD-418F-9DDE-037A52FF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BLOQUEAR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9AA13C5-E89C-4966-808B-0EC723F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311FDEF1-7C42-4153-92EC-0FCD3154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MASCARAR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FD4B7677-C054-477B-BEBA-3E57387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6">
            <a:extLst xmlns:a="http://schemas.openxmlformats.org/drawingml/2006/main">
              <a:ext uri="{FF2B5EF4-FFF2-40B4-BE49-F238E27FC236}">
                <a16:creationId xmlns:a16="http://schemas.microsoft.com/office/drawing/2014/main" id="{4B5D4837-173E-471C-9F04-BFDB9DF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16" name="deck-marker-6">
            <a:extLst xmlns:a="http://schemas.openxmlformats.org/drawingml/2006/main">
              <a:ext uri="{FF2B5EF4-FFF2-40B4-BE49-F238E27FC236}">
                <a16:creationId xmlns:a16="http://schemas.microsoft.com/office/drawing/2014/main" id="{99EB812B-57A3-4B54-965E-AB39CA7F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1050075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A795E64-40A6-4DD7-AFB1-73CB531D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48AB9B0-15ED-404F-A4F5-948A6C5F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Operar e investigar faz parte da entrega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F774641-D099-4CD2-9B54-559769E7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Trace por requisição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request_id, modelo, prompt, fontes, scores, retries e fallback.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EAD3DBD-682B-4E04-8489-1F190D1C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Health ≠ readiness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API viva é separada de Ollama e Qdrant prontos.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65188D5-2D5E-445B-830C-B93BFA78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Entrega reversível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Imagem versionada, CI e rollback para release estável.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5AC1789-FDE5-4A5A-960B-34D01012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Índice migrável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Nova coleção, validação, troca e retorno sem apagar a anterior.</a:t>
            </a:r>
          </a:p>
        </p:txBody>
      </p:sp>
      <p:sp>
        <p:nvSpPr>
          <p:cNvPr id="7" name="accent-7">
            <a:extLst xmlns:a="http://schemas.openxmlformats.org/drawingml/2006/main">
              <a:ext uri="{FF2B5EF4-FFF2-40B4-BE49-F238E27FC236}">
                <a16:creationId xmlns:a16="http://schemas.microsoft.com/office/drawing/2014/main" id="{405E5F98-0E15-469C-9511-ECB0CF51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8" name="deck-marker-7">
            <a:extLst xmlns:a="http://schemas.openxmlformats.org/drawingml/2006/main">
              <a:ext uri="{FF2B5EF4-FFF2-40B4-BE49-F238E27FC236}">
                <a16:creationId xmlns:a16="http://schemas.microsoft.com/office/drawing/2014/main" id="{9331C9E2-B873-4DA5-8DF3-5BEAA889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17030473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B405552-1214-4EF0-9242-8AE4600E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945F3D4-9553-4EC2-8F94-0EE9B41D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demonstração prova o fluxo completo em cinco minutos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5FD4535-2DD9-46FA-B56A-3A3B6138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60B34D1-2B64-4354-A498-EB03E09F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Resposta observada
R$ 130,00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C9B0E90-3F18-41AD-9F58-8EE93EA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Embedding 1,3 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Retrieval 11,5 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Ollama 3,7 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648FF0D4-FAD1-4E05-A5BC-71313CB1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5DC34AF-B5A0-4F83-A112-52B30712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Fonte autorizada
score 0,999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44A331E-6106-45C5-AB3E-DBD41F01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Total 16,4 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request_id visível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Feedback recebido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FD4C2E7-E629-4C99-8942-CF94209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Execução real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Login Aurora → pergunta → fonte v2 → trace → feedback.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Depois, a mesma pergunta na Brisa comprova isolamento.</a:t>
            </a:r>
          </a:p>
        </p:txBody>
      </p:sp>
      <p:sp>
        <p:nvSpPr>
          <p:cNvPr id="10" name="accent-8">
            <a:extLst xmlns:a="http://schemas.openxmlformats.org/drawingml/2006/main">
              <a:ext uri="{FF2B5EF4-FFF2-40B4-BE49-F238E27FC236}">
                <a16:creationId xmlns:a16="http://schemas.microsoft.com/office/drawing/2014/main" id="{9B88A8DC-53F8-4E82-A3BA-6268D524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11" name="deck-marker-8">
            <a:extLst xmlns:a="http://schemas.openxmlformats.org/drawingml/2006/main">
              <a:ext uri="{FF2B5EF4-FFF2-40B4-BE49-F238E27FC236}">
                <a16:creationId xmlns:a16="http://schemas.microsoft.com/office/drawing/2014/main" id="{1BC08AD2-EF2F-4657-9DC0-9616B96D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1744303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FB33AF5C-E659-4049-9FB1-408C39E7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case está pronto
para uma conversa de engenharia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4ED84E3-CA14-43C8-9C70-8DB6B084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Hoje · release 1.0.0 reproduzível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Depois · elevar qualidade do gerador e persistir feedback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Discussão · trade-offs, riscos e evolução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7C4D52C-D299-44B2-BB5B-38EC8E1D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PRÓXIMOS PASSOS</a:t>
            </a:r>
          </a:p>
        </p:txBody>
      </p:sp>
      <p:sp>
        <p:nvSpPr>
          <p:cNvPr id="4" name="accent-9">
            <a:extLst xmlns:a="http://schemas.openxmlformats.org/drawingml/2006/main">
              <a:ext uri="{FF2B5EF4-FFF2-40B4-BE49-F238E27FC236}">
                <a16:creationId xmlns:a16="http://schemas.microsoft.com/office/drawing/2014/main" id="{82B66354-B7D6-48A2-B165-1ED30D9C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5D5"/>
          </a:solidFill>
          <a:ln xmlns:a="http://schemas.openxmlformats.org/drawingml/2006/main" w="0">
            <a:solidFill>
              <a:srgbClr val="5B35D5"/>
            </a:solidFill>
            <a:prstDash val="solid"/>
          </a:ln>
        </p:spPr>
      </p:sp>
      <p:sp>
        <p:nvSpPr>
          <p:cNvPr id="5" name="deck-marker-9">
            <a:extLst xmlns:a="http://schemas.openxmlformats.org/drawingml/2006/main">
              <a:ext uri="{FF2B5EF4-FFF2-40B4-BE49-F238E27FC236}">
                <a16:creationId xmlns:a16="http://schemas.microsoft.com/office/drawing/2014/main" id="{816CC553-68F3-423E-86DE-FE8A684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35D5"/>
                </a:solidFill>
              </a:defRPr>
            </a:pPr>
            <a:r>
              <a:rPr sz="900" b="1">
                <a:solidFill>
                  <a:srgbClr val="5B35D5"/>
                </a:solidFill>
              </a:rPr>
              <a:t>ONFLY · CASE TÉCNICO · 1.0.0</a:t>
            </a:r>
          </a:p>
        </p:txBody>
      </p:sp>
    </p:spTree>
    <p:extLst>
      <p:ext uri="{BB962C8B-B14F-4D97-AF65-F5344CB8AC3E}">
        <p14:creationId xmlns:p14="http://schemas.microsoft.com/office/powerpoint/2010/main" val="1897369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2026-08-02T00:48:27.6360000Z</dcterms:created>
  <dcterms:modified xsi:type="dcterms:W3CDTF">2026-08-02T00:48:27.6360000Z</dcterms:modified>
</coreProperties>
</file>